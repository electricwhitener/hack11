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HACKS 11.0  ·  Problem Statement 17  ·  Smart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1F5F9"/>
                </a:solidFill>
                <a:latin typeface="Segoe UI"/>
              </a:rPr>
              <a:t>Nightline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99A9"/>
                </a:solidFill>
                <a:latin typeface="Segoe UI"/>
              </a:rPr>
              <a:t>Street lights get repaired in the order they are reported.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99A9"/>
                </a:solidFill>
                <a:latin typeface="Segoe UI"/>
              </a:rPr>
              <a:t>We repair them in the order that keeps people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Live model: Manipal University Jaipur, Dehmi Kalan  ·  49.7 km of mapped street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A complaint queue is not a safety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8B99A9"/>
                </a:solidFill>
                <a:latin typeface="Segoe UI"/>
              </a:rPr>
              <a:t>Repair queues run first-come, first-served. A broken light behind an empty block gets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B99A9"/>
                </a:solidFill>
                <a:latin typeface="Segoe UI"/>
              </a:rPr>
              <a:t>fixed before the footpath every hostel uses to reach the mess at midnight — because the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B99A9"/>
                </a:solidFill>
                <a:latin typeface="Segoe UI"/>
              </a:rPr>
              <a:t>empty one was reported first. Ask anyone who walks back from the library after 10pm.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487168" cy="11430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3456432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49.7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05072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of street mapped in our test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291840"/>
            <a:ext cx="2487168" cy="11430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30168" y="3456432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9E0B"/>
                </a:solidFill>
                <a:latin typeface="Segoe UI"/>
              </a:rPr>
              <a:t>14.2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4005072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currently unlit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3291840"/>
            <a:ext cx="2487168" cy="11430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0216" y="3456432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F4444"/>
                </a:solidFill>
                <a:latin typeface="Segoe UI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4005072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segments both BUSY and dark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41664" y="3291840"/>
            <a:ext cx="2487168" cy="11430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70264" y="3456432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F4444"/>
                </a:solidFill>
                <a:latin typeface="Segoe UI"/>
              </a:rPr>
              <a:t>1.1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4" y="4005072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— the part that actually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Everything is a priority, so nothing is. The missing input has never been light — it is who walks 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WHAT WE CHECKED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The streetlight data does not exist. Anywhere.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9A9"/>
                </a:solidFill>
                <a:latin typeface="Segoe UI"/>
              </a:rPr>
              <a:t>Before designing anything we queried OpenStreetMap for lighting data — here, then a second city: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698480" cy="56692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4780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Streets mapped around MUJ / Dehmi Kalan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4597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Segoe UI"/>
              </a:rPr>
              <a:t>284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0088"/>
            <a:ext cx="10698480" cy="56692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31363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...of those, carrying any lighting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118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59E0B"/>
                </a:solidFill>
                <a:latin typeface="Segoe UI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48456"/>
            <a:ext cx="10698480" cy="56692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Streets in Chandigarh, a planned 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76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Segoe UI"/>
              </a:rPr>
              <a:t>29,136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56692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44531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...of those, carrying any lighting 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59E0B"/>
                </a:solidFill>
                <a:latin typeface="Segoe UI"/>
              </a:rPr>
              <a:t>178  (0.6%)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65192"/>
            <a:ext cx="10698480" cy="56692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511149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Individual street lamps mapped, either 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0932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F4444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That is not a gap in our plan — it is the problem itself.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Nobody has this data, which is exactly why repair queues fall back to complaint 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C55E"/>
                </a:solidFill>
                <a:latin typeface="Segoe UI"/>
              </a:rPr>
              <a:t>So the product cannot look lighting up. It works out where lighting MATTERS, then collects only that.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Four steps. Only the third is unusual.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0698480" cy="9144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093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Segoe UI"/>
              </a:rPr>
              <a:t>1 · Take the street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Every road, footpath and campus lane from OpenStreetMap, as a graph with real distances.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26664"/>
            <a:ext cx="10698480" cy="9144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Segoe UI"/>
              </a:rPr>
              <a:t>2 · Find where students sleep, and where they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8386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10 hostel blocks and 22 destinations — library, mess, food courts, academic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blocks — all already named in OpenStreetMap by MUJ students themselves.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87368"/>
            <a:ext cx="10698480" cy="9144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21538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C55E"/>
                </a:solidFill>
                <a:latin typeface="Segoe UI"/>
              </a:rPr>
              <a:t>3 · Work out which paths people actually walk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445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Route every hostel to every destination and count segment usage: 1,430 modelled night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trips. The shortcut to zanak scores high; the service lane behind admin scores 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48072"/>
            <a:ext cx="10698480" cy="9144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52760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Segoe UI"/>
              </a:rPr>
              <a:t>4 · Multiply by darkness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0527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busy x dark = dangerous. That single ranking drives both the routing and the repair queue.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9A9"/>
                </a:solidFill>
                <a:latin typeface="Segoe UI"/>
              </a:rPr>
              <a:t>No machine learning. No training data. No API keys. Just graph theory over public map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THE CHALLENGE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"How would you validate footfall where no official data exists?"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Segoe UI"/>
              </a:rPr>
              <a:t>We do not measure it. We derive it — and the derivation is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The campus already encodes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Students walk from their block to the library, the mess, the food courts. Counting how often each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path falls on those journeys is a structural estimate of foot traffic — no sensors, no surveys.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20109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It is falsifiable on 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2717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Anyone who studies here can check it in seconds: the B-block route to zanak ranks high, the service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lane behind the water treatment plant ranks zero. A wrong answer would be obvious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25619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It makes the survey tractable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18227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1,883 segments is impossible to survey by hand. The model says 56 carry real night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traffic — about 1.1 km. That is one evening of walking, and the app collects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PROOF ·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A safer walk usually costs almost nothing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141732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29443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C55E"/>
                </a:solidFill>
                <a:latin typeface="Segoe UI"/>
              </a:rPr>
              <a:t>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less time on unlit streets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B3 Block to zanak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401568" cy="141732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44568" y="1993392"/>
            <a:ext cx="29443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9E0B"/>
                </a:solidFill>
                <a:latin typeface="Segoe UI"/>
              </a:rPr>
              <a:t>+1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542032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extra walking (0%)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852928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about 50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1828800"/>
            <a:ext cx="3401568" cy="141732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9016" y="1993392"/>
            <a:ext cx="29443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165/220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542032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routes had a safer alternative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852928"/>
            <a:ext cx="2944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median gain 27% dark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Every landmark pair we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23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DARK BEFORE → 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023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DETOUR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4023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1596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1F5F9"/>
                </a:solidFill>
                <a:latin typeface="Segoe UI"/>
              </a:rPr>
              <a:t>B3 Block → zanak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3159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382 m → 4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3159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9E0B"/>
                </a:solidFill>
                <a:latin typeface="Segoe UI"/>
              </a:rPr>
              <a:t>+1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3159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−99%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268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1F5F9"/>
                </a:solidFill>
                <a:latin typeface="Segoe UI"/>
              </a:rPr>
              <a:t>G2 block → zanak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2686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447 m → 69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6268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9E0B"/>
                </a:solidFill>
                <a:latin typeface="Segoe UI"/>
              </a:rPr>
              <a:t>+1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6268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−85%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1F5F9"/>
                </a:solidFill>
                <a:latin typeface="Segoe UI"/>
              </a:rPr>
              <a:t>G4 block → zanak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93776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447 m → 69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9377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9E0B"/>
                </a:solidFill>
                <a:latin typeface="Segoe UI"/>
              </a:rPr>
              <a:t>+0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9377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−85%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486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1F5F9"/>
                </a:solidFill>
                <a:latin typeface="Segoe UI"/>
              </a:rPr>
              <a:t>G3 block → zanak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248656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496 m → 120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24865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9E0B"/>
                </a:solidFill>
                <a:latin typeface="Segoe UI"/>
              </a:rPr>
              <a:t>+2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24865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−76%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5955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1F5F9"/>
                </a:solidFill>
                <a:latin typeface="Segoe UI"/>
              </a:rPr>
              <a:t>B5 block → Administrative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55955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216 m → 106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5595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9E0B"/>
                </a:solidFill>
                <a:latin typeface="Segoe UI"/>
              </a:rPr>
              <a:t>+6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5595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−51%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7044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1F5F9"/>
                </a:solidFill>
                <a:latin typeface="Segoe UI"/>
              </a:rPr>
              <a:t>B5 block → Central Library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87044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216 m → 106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58704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9E0B"/>
                </a:solidFill>
                <a:latin typeface="Segoe UI"/>
              </a:rPr>
              <a:t>+6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58704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−51%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We show both routes and the tradeoff. The walker chooses — the app does not quietly add a kilometre.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PROOF · REPAIR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Ranked by risk removed, not by who complained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Segoe UI"/>
              </a:rPr>
              <a:t>Repairing five streets removes 32.4% of all night pedestrian risk in the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STREET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423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UNLIT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423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FOOT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423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B99A9"/>
                </a:solidFill>
                <a:latin typeface="Segoe UI"/>
              </a:rPr>
              <a:t>RISK REMOVED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698480" cy="47548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7063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Footpath by TMA Pai Auditorium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7706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1103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7063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0.038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7706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7.9%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64408"/>
            <a:ext cx="10698480" cy="47548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375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Footpath by Subway entrance/exit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3375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238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0.158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3375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7.1%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31336"/>
            <a:ext cx="10698480" cy="47548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39044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0448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Footpath by Central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90448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323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90448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0.110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90448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6.7%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98264"/>
            <a:ext cx="10698480" cy="47548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8680" y="447141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47141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Footpath by Old Mess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47141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258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47141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0.129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471416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6.2%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965192"/>
            <a:ext cx="10698480" cy="47548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03834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038344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Footpath by B7 Boy's 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3834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542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03834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0.044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03834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4.5%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532120"/>
            <a:ext cx="10698480" cy="47548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68680" y="560527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60527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Footpath by Officie Directorate of Academics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052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316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60527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0.071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6052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4.2%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Risk removed = modelled night foot traffic x unlit distance, as a share of the whole area.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It turns "fix the lights" into a budget decision with a number attached.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Three surfaces over one computation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766560" cy="3924604"/>
          </a:xfrm>
          <a:prstGeom prst="roundRect">
            <a:avLst/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365394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B99A9"/>
                </a:solidFill>
                <a:latin typeface="Segoe UI"/>
              </a:rPr>
              <a:t>[ screenshot: map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Dark-zone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21284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Red = busy and dark. Pick your block and destination, see both routes and the honest tradeoff.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855671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Report a dark street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148279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Tap any path. It re-scores the map live and tells you where that street now sits in the queue.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79110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Repair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08371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What the estates office should fix first, with the risk removed by each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6533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The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019141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A9"/>
                </a:solidFill>
                <a:latin typeface="Segoe UI"/>
              </a:rPr>
              <a:t>Explains any ranking, drafts the complaint — you click Approve before it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WHERE THE AI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The computation is the product. The agent is the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32004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C55E"/>
                </a:solidFill>
                <a:latin typeface="Segoe UI"/>
              </a:rPr>
              <a:t>The agent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Turn "walking home from the library at 11"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into a route query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Explain why a street ranks where it does,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quoting the computed figures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Draft the municipal complaint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Wait for a human to approve before filing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320040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F4444"/>
                </a:solidFill>
                <a:latin typeface="Segoe UI"/>
              </a:rPr>
              <a:t>The agent NEVER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Computes a route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Estimates foot traffic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Ranks a repair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States any number that did not come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back from a tool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Turn the AI off and the map, the routing and the queue all still work. That is the test we designed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It also means the demo cannot hallucinate a number a judge then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BUILT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Free and open source, 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65836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OpenStreetMap / Overpass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12140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Street network, night destinations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12140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22C55E"/>
                </a:solidFill>
                <a:latin typeface="Segoe UI"/>
              </a:rPr>
              <a:t>Free · no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06624"/>
            <a:ext cx="10698480" cy="65836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88950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NetworkX + custom Dijkstra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9077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Exposure model, dual-weight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90779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22C55E"/>
                </a:solidFill>
                <a:latin typeface="Segoe UI"/>
              </a:rPr>
              <a:t>BSD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93008"/>
            <a:ext cx="10698480" cy="65836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36758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Leaflet + CARTO 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694176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The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6941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22C55E"/>
                </a:solidFill>
                <a:latin typeface="Segoe UI"/>
              </a:rPr>
              <a:t>BSD · free tiles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79392"/>
            <a:ext cx="10698480" cy="65836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Next.js 16 +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4805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App, APIs, computation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480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22C55E"/>
                </a:solidFill>
                <a:latin typeface="Segoe UI"/>
              </a:rPr>
              <a:t>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65776"/>
            <a:ext cx="10698480" cy="658368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40" y="524865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Gemini via AI SDK v7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26694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The agent layer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26694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22C55E"/>
                </a:solidFill>
                <a:latin typeface="Segoe UI"/>
              </a:rPr>
              <a:t>Free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The graph is precomputed offline and shipped as a 182 KB file, so the live app needs no Python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service and no paid infrastructure. Total running cost: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Segoe UI"/>
              </a:rPr>
              <a:t>WHAT IS REAL, WHAT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The part most decks leave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301752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C55E"/>
                </a:solidFill>
                <a:latin typeface="Segoe UI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49.7 km of real MUJ campus network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10 hostel blocks and 22 destinations, named in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OSM by MUJ students, not invented by us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68 segments with genuine OSM lighting tags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The model, routing and queue — all computed,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all reproducible, every figure in this deck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generated from the running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3017520"/>
          </a:xfrm>
          <a:prstGeom prst="roundRect">
            <a:avLst/>
          </a:prstGeom>
          <a:solidFill>
            <a:srgbClr val="15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9E0B"/>
                </a:solidFill>
                <a:latin typeface="Segoe UI"/>
              </a:rPr>
              <a:t>Not yet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Lighting on the other 1,815 segments is seeded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by road class — no lamp data exists anywhere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Foot traffic is modelled, never measured.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No ground truth exists to check it against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· Next step is the cheap one: one night of walking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to log the 56 segments that actually matter —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9A9"/>
                </a:solidFill>
                <a:latin typeface="Segoe UI"/>
              </a:rPr>
              <a:t>   which the app already collects, tap by 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The engine is proven. The input is what a pilot supplies — and the model tells you exactly where to look.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1F5F9"/>
                </a:solidFill>
                <a:latin typeface="Segoe UI"/>
              </a:rPr>
              <a:t>Nightline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8B99A9"/>
                </a:solidFill>
                <a:latin typeface="Segoe UI"/>
              </a:rPr>
              <a:t>32.4% of night walking risk on this campus sits on five paths.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8B99A9"/>
                </a:solidFill>
                <a:latin typeface="Segoe UI"/>
              </a:rPr>
              <a:t>Nobody knew which five, because nobody was counting who walks 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2C55E"/>
                </a:solidFill>
                <a:latin typeface="Segoe UI"/>
              </a:rPr>
              <a:t>B3 Block to zanak: 99% less time in the dark, for 1 extra metre.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